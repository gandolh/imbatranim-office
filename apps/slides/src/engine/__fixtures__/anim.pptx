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remember to mention point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remember to mention point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remember to mention point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remember to mention point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remember to mention point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remember to mention point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Animated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that fades in on click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