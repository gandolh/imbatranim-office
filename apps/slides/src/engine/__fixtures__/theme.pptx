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Themed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uses theme minor font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Themed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uses theme minor font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Themed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uses theme minor font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Themed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uses theme minor font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Themed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uses theme minor font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 Custom Theme">
  <a:themeElements>
    <a:clrScheme name="Fixture Palette">
      <a:dk1>
        <a:sysClr val="windowText" lastClr="000000"/>
      </a:dk1>
      <a:lt1>
        <a:sysClr val="window" lastClr="FFFFFF"/>
      </a:lt1>
      <a:dk2>
        <a:srgbClr val="1B263B"/>
      </a:dk2>
      <a:lt2>
        <a:srgbClr val="E0E1DD"/>
      </a:lt2>
      <a:accent1>
        <a:srgbClr val="E63946"/>
      </a:accent1>
      <a:accent2>
        <a:srgbClr val="2A9D8F"/>
      </a:accent2>
      <a:accent3>
        <a:srgbClr val="F4A261"/>
      </a:accent3>
      <a:accent4>
        <a:srgbClr val="457B9D"/>
      </a:accent4>
      <a:accent5>
        <a:srgbClr val="8338EC"/>
      </a:accent5>
      <a:accent6>
        <a:srgbClr val="FFB703"/>
      </a:accent6>
      <a:hlink>
        <a:srgbClr val="0000FF"/>
      </a:hlink>
      <a:folHlink>
        <a:srgbClr val="800080"/>
      </a:folHlink>
    </a:clrScheme>
    <a:fontScheme name="Fixture Fonts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